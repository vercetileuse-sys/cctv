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807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0"/>
            <a:ext cx="45720" cy="514807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36576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36576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36576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36576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926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96926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96926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96926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8336" y="96926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57276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157276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157276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157276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88336" y="157276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176272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2176272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2176272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84832" y="2176272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88336" y="2176272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779776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2779776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81328" y="2779776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84832" y="2779776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2779776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8328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338328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81328" y="338328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84832" y="338328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3383280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98678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" y="398678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81328" y="398678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84832" y="398678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88336" y="3986784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59028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" y="459028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81328" y="459028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4832" y="459028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88336" y="4590288"/>
            <a:ext cx="54864" cy="54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822960"/>
            <a:ext cx="2011680" cy="20116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8229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📹</a:t>
            </a:r>
            <a:endParaRPr lang="en-US" sz="6000" dirty="0"/>
          </a:p>
        </p:txBody>
      </p:sp>
      <p:sp>
        <p:nvSpPr>
          <p:cNvPr id="47" name="Text 45"/>
          <p:cNvSpPr/>
          <p:nvPr/>
        </p:nvSpPr>
        <p:spPr>
          <a:xfrm>
            <a:off x="2743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274320" y="3566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MONITORED DAILY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3794760"/>
            <a:ext cx="2377440" cy="137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74320" y="4206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DVRs / NVRs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8288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828800" y="4206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 Time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840480" y="731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8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5200" dirty="0"/>
          </a:p>
        </p:txBody>
      </p:sp>
      <p:sp>
        <p:nvSpPr>
          <p:cNvPr id="55" name="Text 53"/>
          <p:cNvSpPr/>
          <p:nvPr/>
        </p:nvSpPr>
        <p:spPr>
          <a:xfrm>
            <a:off x="38404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400" kern="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3840480" y="1874520"/>
            <a:ext cx="274320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7" name="Text 55"/>
          <p:cNvSpPr/>
          <p:nvPr/>
        </p:nvSpPr>
        <p:spPr>
          <a:xfrm>
            <a:off x="384048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Camera Health Check System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Aura Jewels Pvt. Ltd.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840480" y="2834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 ISAPI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102352" y="2834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2352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364224" y="2834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64224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626096" y="2834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6096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Excel Report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840480" y="4663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 |  CCTV Operations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Before Automation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manual checking was slow, error-prone, and missed issues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" y="8686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868680"/>
            <a:ext cx="265176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Hours Daily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185623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logged into 23 DVR/NVRs in iVMS-4200 every morning, clicking through 506 cameras one by 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8686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868680"/>
            <a:ext cx="26517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185623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 blurry cameras, cameras pointing wrong direction, or recording gaps during manual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9320" y="8686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868680"/>
            <a:ext cx="265176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185623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record of camera health. If a camera failed last week, nobody would know when it started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246120"/>
            <a:ext cx="8503920" cy="1463040"/>
          </a:xfrm>
          <a:prstGeom prst="roundRect">
            <a:avLst>
              <a:gd name="adj" fmla="val 6250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37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(with Bot)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3337560"/>
            <a:ext cx="18288" cy="128016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 DVR/NVRs checked manually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38587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3–4 hours per day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078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written report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2976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Issues often missed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23 DVRs checked automatically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8587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 5 minutes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4078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 report + database history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42976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camera logged with photo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bot connects to your camera network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82880" y="777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NETWORK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102412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02412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1115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AGDVR 1–4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12984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4592" y="152704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52704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1618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AGNVR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180136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64592" y="202996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02996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2121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DVR 1,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" y="23042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4592" y="253288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253288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2624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 6–9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280720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64592" y="303580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303580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3127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NVR-201–208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331012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64592" y="353872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53872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" y="3630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Hi-tech DVR1–4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" y="38130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64592" y="4041648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" y="404164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1792" y="4133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DVR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" y="431596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578608" y="2331720"/>
            <a:ext cx="45720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44" name="Text 42"/>
          <p:cNvSpPr/>
          <p:nvPr/>
        </p:nvSpPr>
        <p:spPr>
          <a:xfrm>
            <a:off x="2578608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ISAPI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63240" y="804672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0D1521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63240" y="877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CCTV BOT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063240" y="11704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46120" y="1371600"/>
            <a:ext cx="2651760" cy="1371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49" name="Shape 47"/>
          <p:cNvSpPr/>
          <p:nvPr/>
        </p:nvSpPr>
        <p:spPr>
          <a:xfrm>
            <a:off x="3246120" y="1444752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14447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11880" y="14904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 DVR System Time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46120" y="1764792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73552" y="17647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11880" y="18105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Fetch Camera Names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46120" y="2084832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73552" y="20848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📷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11880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Capture Snapshot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46120" y="2404872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73552" y="2404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611880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 Image Clarity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46120" y="2724912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73552" y="2724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⏺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11880" y="27706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Verify Recording Status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46120" y="3044952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73552" y="3044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611880" y="30906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Save to Database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46120" y="3364992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73552" y="33649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11880" y="34107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Generate Excel Report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108192" y="2331720"/>
            <a:ext cx="457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1" name="Text 69"/>
          <p:cNvSpPr/>
          <p:nvPr/>
        </p:nvSpPr>
        <p:spPr>
          <a:xfrm>
            <a:off x="6583680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583680" y="1024128"/>
            <a:ext cx="2359152" cy="530352"/>
          </a:xfrm>
          <a:prstGeom prst="roundRect">
            <a:avLst>
              <a:gd name="adj" fmla="val 10345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01968" y="102412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086600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086600" y="1298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status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583680" y="1645920"/>
            <a:ext cx="2359152" cy="530352"/>
          </a:xfrm>
          <a:prstGeom prst="roundRect">
            <a:avLst>
              <a:gd name="adj" fmla="val 10345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01968" y="1645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708660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086600" y="1920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per DVR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583680" y="2267712"/>
            <a:ext cx="2359152" cy="530352"/>
          </a:xfrm>
          <a:prstGeom prst="roundRect">
            <a:avLst>
              <a:gd name="adj" fmla="val 10345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01968" y="226771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7086600" y="2359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086600" y="2542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date/DVR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583680" y="2889504"/>
            <a:ext cx="2359152" cy="530352"/>
          </a:xfrm>
          <a:prstGeom prst="roundRect">
            <a:avLst>
              <a:gd name="adj" fmla="val 10345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01968" y="28895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7086600" y="29809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7086600" y="31638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stored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583680" y="3511296"/>
            <a:ext cx="2359152" cy="530352"/>
          </a:xfrm>
          <a:prstGeom prst="roundRect">
            <a:avLst>
              <a:gd name="adj" fmla="val 10345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01968" y="351129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7086600" y="36027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List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086600" y="3785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cameras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Method — Hikvision ISAPI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speaks directly to DVR/NVR hardware — no screen clicking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86868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89611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43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BOT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16459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14600" y="1481328"/>
            <a:ext cx="128016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11887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(Digest Auth)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542032" y="157276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JSON/XML Response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40480" y="86868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89611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8404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 / NVR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16459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 Device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233172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ISAPI ENDPOINTS USED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606040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265176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2651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96112" y="2670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/ISAPI/System/time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17720" y="267004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Get DVR clock — used as camera date/time (no OCR needed)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953512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2999232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2999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96112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/ISAPI/System/Video/inputs/channels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17720" y="301752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Get all camera names and channel numbers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300984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334670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96112" y="3364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/ISAPI/ContentMgmt/InputProxy/channels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17720" y="336499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Get NVR camera names (newer devices)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648456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" y="3694176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694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96112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/ISAPI/Streaming/channels/{ch*100+1}/picture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17720" y="371246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Capture live JPEG snapshot from each camera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399592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" y="4041648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041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96112" y="4059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/ISAPI/ContentMgmt/search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617720" y="405993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Search recordings — confirms camera is recording today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343400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438912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96112" y="4407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/ISAPI/ContentMgmt/Storage/hdd/1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617720" y="440740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Check HDD status — verifies storage is healthy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Clarity Check — 6 Metrics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snapshot is analysed by computer vision algorithms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82296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914400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89611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914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90672" y="896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896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SNAPSHOT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1148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3KB confirms snapshot received successfully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26771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24942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22677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90672" y="224942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2249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VIDEO / DARK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1148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&lt; 12 = NO VIDEO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&lt; 38 = VERY DARK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&gt; 240 = OVEREXPOSED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529584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62102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360273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234440" y="3621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Variance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90672" y="360273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3602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LENS BLOCKED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11480" y="40782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 &lt; 8 across pixels = lens blocked or covered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82296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18888" y="914400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89611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669280" y="914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Sharpness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25512" y="896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25512" y="896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BLURRY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84632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variance on center 50% only — ignores soft edges of wide-angle lenses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9160" y="2176272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18888" y="226771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224942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669280" y="22677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Vision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25512" y="224942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25512" y="2249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NIGHT VISION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84632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R/G/B channel difference &lt; 6 = grayscale IR mode active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09160" y="3529584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18888" y="362102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18888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12080" y="360273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5669280" y="3621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Visible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525512" y="360273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25512" y="3602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TIMESTAMP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846320" y="40782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pixel density in top-left &gt; 0.3% = timestamp OSD is 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Verification — 3-Method Cascade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bot confirms cameras are actually recording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1792" y="19659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if fails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77724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777240"/>
            <a:ext cx="54864" cy="1234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905256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905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886968"/>
            <a:ext cx="1005840" cy="228600"/>
          </a:xfrm>
          <a:prstGeom prst="roundRect">
            <a:avLst>
              <a:gd name="adj" fmla="val 4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886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212848" y="886968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ContentMgmt Search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12161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/ISAPI/ContentMgmt/search with today's date range.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actual recorded files in storage for this channel.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numOfMatches — if &gt; 0 recording confirmed.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" y="3319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if fails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130552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130552"/>
            <a:ext cx="54864" cy="123444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" y="225856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78992" y="2240280"/>
            <a:ext cx="1005840" cy="228600"/>
          </a:xfrm>
          <a:prstGeom prst="roundRect">
            <a:avLst>
              <a:gd name="adj" fmla="val 4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2240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METHOD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212848" y="224028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+ HDD Status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256946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/ISAPI/ContentMgmt/record/tracks/{trackID}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track exists AND HDD status = "ok" → recording running.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NVRs using scheduled recording (Enable=false is normal).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483864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483864"/>
            <a:ext cx="54864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" y="361188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78992" y="3593592"/>
            <a:ext cx="1005840" cy="228600"/>
          </a:xfrm>
          <a:prstGeom prst="roundRect">
            <a:avLst>
              <a:gd name="adj" fmla="val 4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212848" y="3593592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Flag Check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1560" y="392277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&lt;Enable&gt; tag in track config.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old DVRs: true = recording ON, false = recording 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NVRs: always returns true (schedule mode).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— 6 Sections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browser-based monitoring at http://localhost:5000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" y="777240"/>
            <a:ext cx="2011680" cy="3950208"/>
          </a:xfrm>
          <a:prstGeom prst="roundRect">
            <a:avLst>
              <a:gd name="adj" fmla="val 4545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CCTV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170432"/>
            <a:ext cx="1737360" cy="9144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6032" y="1225296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27101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2618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143560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+ DVR list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2608" y="17099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17007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 / NVR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8745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dropdown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92608" y="214884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2139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Cameras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231343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cameras table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92608" y="25877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⚠️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2578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27523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only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2608" y="30266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0175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31912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scans + Excel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92608" y="346557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3456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36301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output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59152" y="804672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59152" y="804672"/>
            <a:ext cx="320040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8" name="Text 36"/>
          <p:cNvSpPr/>
          <p:nvPr/>
        </p:nvSpPr>
        <p:spPr>
          <a:xfrm>
            <a:off x="2432304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862072" y="9326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Live Stat Cards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50592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DVRs, Cameras, OK, Issues, No Video, Blurry, Errors — click any to jump to that filtered view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59152" y="2084832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59152" y="2084832"/>
            <a:ext cx="32004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1"/>
          <p:cNvSpPr/>
          <p:nvPr/>
        </p:nvSpPr>
        <p:spPr>
          <a:xfrm>
            <a:off x="2432304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🔽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862072" y="22128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 Dropdown List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450592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DVR to expand — shows all cameras with clarity badge, recording dot, status icon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359152" y="3364992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59152" y="3364992"/>
            <a:ext cx="32004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2432304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862072" y="34930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Preview + Viewer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450592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View on any camera to see the live snapshot. Full-screen viewer with left/right arrow keys to browse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696712" y="804672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96712" y="804672"/>
            <a:ext cx="3200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3" name="Text 51"/>
          <p:cNvSpPr/>
          <p:nvPr/>
        </p:nvSpPr>
        <p:spPr>
          <a:xfrm>
            <a:off x="5769864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199632" y="9326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Page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88152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No Video / Blurry / Dark / No Rec. Arrow navigation stays within current filter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96712" y="2084832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96712" y="2084832"/>
            <a:ext cx="320040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8" name="Text 56"/>
          <p:cNvSpPr/>
          <p:nvPr/>
        </p:nvSpPr>
        <p:spPr>
          <a:xfrm>
            <a:off x="5769864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199632" y="22128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Excel Export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788152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saved to SQLite. Each past scan has ↓ Excel button to download that specific day's report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96712" y="3364992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96712" y="3364992"/>
            <a:ext cx="320040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3" name="Text 61"/>
          <p:cNvSpPr/>
          <p:nvPr/>
        </p:nvSpPr>
        <p:spPr>
          <a:xfrm>
            <a:off x="5769864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199632" y="34930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Protected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88152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 Admin  Password: Auracctv#2024  Session persists across browser refresh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— Auto-Generated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report saved to Desktop after every scan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804672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877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CCTV_Report_DD-MM-YYYY.xlsx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11887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4F8EF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01368" y="11887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1368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Cameras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481328"/>
            <a:ext cx="3840480" cy="274320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5087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DVR/NVR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978408" y="1508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252728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Name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258568" y="1508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807208" y="15087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264408" y="1508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813048" y="1508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087368" y="15087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20040" y="1792224"/>
            <a:ext cx="3840480" cy="292608"/>
          </a:xfrm>
          <a:prstGeom prst="rect">
            <a:avLst/>
          </a:prstGeom>
          <a:solidFill>
            <a:srgbClr val="2A3D2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AGDVR 1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78408" y="18470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252728" y="18470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AJ2_Filing 1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258568" y="1847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23-04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807208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10:22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64408" y="1847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813048" y="18470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087368" y="18470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20040" y="2112264"/>
            <a:ext cx="3840480" cy="292608"/>
          </a:xfrm>
          <a:prstGeom prst="rect">
            <a:avLst/>
          </a:prstGeom>
          <a:solidFill>
            <a:srgbClr val="2A3D20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21671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AGDVR 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978408" y="21671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252728" y="21671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AJ2_Filing 2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258568" y="2167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23-04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807208" y="2167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10:22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264408" y="2167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813048" y="21671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087368" y="21671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20040" y="2432304"/>
            <a:ext cx="3840480" cy="292608"/>
          </a:xfrm>
          <a:prstGeom prst="rect">
            <a:avLst/>
          </a:prstGeom>
          <a:solidFill>
            <a:srgbClr val="3D2020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24871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 9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978408" y="2487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252728" y="24871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RPR 2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258568" y="2487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807208" y="2487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11:46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264408" y="2487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813048" y="2487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087368" y="24871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320040" y="2752344"/>
            <a:ext cx="3840480" cy="292608"/>
          </a:xfrm>
          <a:prstGeom prst="rect">
            <a:avLst/>
          </a:prstGeom>
          <a:solidFill>
            <a:srgbClr val="3D2020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2807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HiTech 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978408" y="2807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252728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01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258568" y="2807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807208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3264408" y="2807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3813048" y="2807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087368" y="28072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320040" y="3072384"/>
            <a:ext cx="3840480" cy="292608"/>
          </a:xfrm>
          <a:prstGeom prst="rect">
            <a:avLst/>
          </a:prstGeom>
          <a:solidFill>
            <a:srgbClr val="3D2020"/>
          </a:solidFill>
          <a:ln/>
        </p:spPr>
      </p:sp>
      <p:sp>
        <p:nvSpPr>
          <p:cNvPr id="66" name="Text 64"/>
          <p:cNvSpPr/>
          <p:nvPr/>
        </p:nvSpPr>
        <p:spPr>
          <a:xfrm>
            <a:off x="320040" y="31272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NVR-203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978408" y="3127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252728" y="3127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092.1st Pass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258568" y="3127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23-04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807208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16:36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3264408" y="3127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SNAP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813048" y="3127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087368" y="31272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SNAP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20040" y="3392424"/>
            <a:ext cx="3840480" cy="292608"/>
          </a:xfrm>
          <a:prstGeom prst="rect">
            <a:avLst/>
          </a:prstGeom>
          <a:solidFill>
            <a:srgbClr val="222E18"/>
          </a:solidFill>
          <a:ln/>
        </p:spPr>
      </p:sp>
      <p:sp>
        <p:nvSpPr>
          <p:cNvPr id="75" name="Text 73"/>
          <p:cNvSpPr/>
          <p:nvPr/>
        </p:nvSpPr>
        <p:spPr>
          <a:xfrm>
            <a:off x="320040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AGNVR 1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978408" y="3447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1252728" y="34472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1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2258568" y="34472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23-04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2807208" y="3447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10:44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3264408" y="34472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3813048" y="3447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4087368" y="3447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4572000" y="8229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CODING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0" y="1097280"/>
            <a:ext cx="4297680" cy="411480"/>
          </a:xfrm>
          <a:prstGeom prst="roundRect">
            <a:avLst>
              <a:gd name="adj" fmla="val 1333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0" y="109728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6" name="Text 84"/>
          <p:cNvSpPr/>
          <p:nvPr/>
        </p:nvSpPr>
        <p:spPr>
          <a:xfrm>
            <a:off x="4681728" y="1133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rows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681728" y="131673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OK — clear image, recording confirmed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572000" y="1600200"/>
            <a:ext cx="4297680" cy="411480"/>
          </a:xfrm>
          <a:prstGeom prst="roundRect">
            <a:avLst>
              <a:gd name="adj" fmla="val 1333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72000" y="1600200"/>
            <a:ext cx="54864" cy="4114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0" name="Text 88"/>
          <p:cNvSpPr/>
          <p:nvPr/>
        </p:nvSpPr>
        <p:spPr>
          <a:xfrm>
            <a:off x="4681728" y="16367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rows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681728" y="181965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detected — blurry, dark, no snapshot, no recording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572000" y="2103120"/>
            <a:ext cx="4297680" cy="411480"/>
          </a:xfrm>
          <a:prstGeom prst="roundRect">
            <a:avLst>
              <a:gd name="adj" fmla="val 1333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0" y="2103120"/>
            <a:ext cx="54864" cy="4114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4" name="Text 92"/>
          <p:cNvSpPr/>
          <p:nvPr/>
        </p:nvSpPr>
        <p:spPr>
          <a:xfrm>
            <a:off x="4681728" y="2139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rows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4681728" y="232257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— minor issues like date mismatch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572000" y="26974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FEATURES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57200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Auto-generated after every scan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4572000" y="3273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Saved to Desktop with today's date in filename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572000" y="36027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Summary sheet + All Cameras sheet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4572000" y="3931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Auto-filter enabled — filter by DVR, status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572000" y="42611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Frozen header row for easy scrolling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4572000" y="4590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Historical reports available from Scan History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Configuration — nvr_config.json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23 DVR/NVR credentials stored in one JSON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804672"/>
            <a:ext cx="5029200" cy="4133088"/>
          </a:xfrm>
          <a:prstGeom prst="roundRect">
            <a:avLst>
              <a:gd name="adj" fmla="val 2212"/>
            </a:avLst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877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nvr_config.json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097280"/>
            <a:ext cx="4937760" cy="1371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143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13807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"dvr_nvr_list": [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1618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18562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"AGDVR 1",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20939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"ip_address": "192.168.2.237",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23317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"port": 80,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25694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"username": "admin",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2807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"password": "p@ssword",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30449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"enabled": true,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3282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"skip_channels": [27,28,29,30,31,32]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35204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7581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"name": "NVR-201", ...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9959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21 more devices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2336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4714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77840" y="8229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DEVICES CONFIGURED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77840" y="109728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1097280"/>
            <a:ext cx="45720" cy="4572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5" name="Text 33"/>
          <p:cNvSpPr/>
          <p:nvPr/>
        </p:nvSpPr>
        <p:spPr>
          <a:xfrm>
            <a:off x="5687568" y="11338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AGDVR 1–4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87568" y="131673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192.168.2.237–252  |  Port: 80–83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577840" y="1627632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1627632"/>
            <a:ext cx="4572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5687568" y="1664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AGNVR 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87568" y="184708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192.168.0.254  |  Port: 80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577840" y="2157984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2157984"/>
            <a:ext cx="45720" cy="457200"/>
          </a:xfrm>
          <a:prstGeom prst="rect">
            <a:avLst/>
          </a:prstGeom>
          <a:solidFill>
            <a:srgbClr val="7EB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687568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DVR 1,3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87568" y="2377440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192.168.2.243–250  |  Port: 82–83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577840" y="2688336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2688336"/>
            <a:ext cx="457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5687568" y="27249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 6–9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87568" y="2907792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192.168.2.246–249  |  Port: 86–90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577840" y="3218688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3218688"/>
            <a:ext cx="4572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5687568" y="32552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NVR-201–208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87568" y="3438144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192.168.100.201–208  |  Port: 81–88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0" y="374904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3749040"/>
            <a:ext cx="45720" cy="4572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5" name="Text 53"/>
          <p:cNvSpPr/>
          <p:nvPr/>
        </p:nvSpPr>
        <p:spPr>
          <a:xfrm>
            <a:off x="5687568" y="3785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Hi-tech 1–4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87568" y="396849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192.168.3.245–247  |  Port: 81–84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577840" y="4279392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4279392"/>
            <a:ext cx="4572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9" name="Text 57"/>
          <p:cNvSpPr/>
          <p:nvPr/>
        </p:nvSpPr>
        <p:spPr>
          <a:xfrm>
            <a:off x="5687568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DVR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687568" y="449884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192.168.70.201  |  Port: 80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577840" y="4663440"/>
            <a:ext cx="333756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4690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skip_channels: channels with no physical camera are excluded from checks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Scan Flow — Step by Step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every time the bot runs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822960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2359152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1481328"/>
            <a:ext cx="18288" cy="8778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804672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8595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▶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9768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Scan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Scan button or schedule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PM2 / Task Scheduler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664208" y="235915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92224" y="2633472"/>
            <a:ext cx="1828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4752" y="3493008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4752" y="3547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90472" y="3895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Config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490472" y="41513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23 DVR/NVR credentials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nvr_config.json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724912" y="2359152"/>
            <a:ext cx="274320" cy="274320"/>
          </a:xfrm>
          <a:prstGeom prst="ellipse">
            <a:avLst/>
          </a:prstGeom>
          <a:solidFill>
            <a:srgbClr val="7EB3FF"/>
          </a:solidFill>
          <a:ln w="12700">
            <a:solidFill>
              <a:srgbClr val="7EB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91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52928" y="1481328"/>
            <a:ext cx="18288" cy="8778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2505456" y="804672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05456" y="8595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551176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DVR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51176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Digest Auth to each device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system time via ISAPI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785616" y="235915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13632" y="2633472"/>
            <a:ext cx="1828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3566160" y="3493008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3547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3611880" y="3895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Cameras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11880" y="41513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channel names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skip_channels filter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846320" y="2359152"/>
            <a:ext cx="274320" cy="27432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74336" y="1481328"/>
            <a:ext cx="18288" cy="8778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4626864" y="804672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26864" y="8595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4672584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72584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/picture endpoint per channel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JPEG to snapshots folder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907024" y="2359152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07024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35040" y="2633472"/>
            <a:ext cx="1828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5687568" y="3493008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87568" y="3547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733288" y="3895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Check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33288" y="41513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6-metric OpenCV analysis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issues: dark/blurry/blocked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967728" y="2359152"/>
            <a:ext cx="274320" cy="2743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095744" y="1481328"/>
            <a:ext cx="18288" cy="8778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6748272" y="804672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48272" y="8595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⏺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6793992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Check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793992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3-method cascade verification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recording exists today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8028432" y="235915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2843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156448" y="2633472"/>
            <a:ext cx="1828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7808976" y="3493008"/>
            <a:ext cx="1005840" cy="1280160"/>
          </a:xfrm>
          <a:prstGeom prst="roundRect">
            <a:avLst>
              <a:gd name="adj" fmla="val 7273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08976" y="3547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7854696" y="3895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Report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854696" y="41513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 + Excel file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updated live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History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permanently stored for future reference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804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STRUCTURE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078992"/>
            <a:ext cx="5029200" cy="1115568"/>
          </a:xfrm>
          <a:prstGeom prst="roundRect">
            <a:avLst>
              <a:gd name="adj" fmla="val 655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78992"/>
            <a:ext cx="502920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1155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scans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40817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4356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35024" y="140817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3312" y="14356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scan_date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304288" y="140817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22576" y="14356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scan_time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73552" y="140817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4356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total_dvrs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242816" y="140817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1104" y="143560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total_cams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17007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17282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ok_count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35024" y="17007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17282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issue_count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2286000"/>
            <a:ext cx="5029200" cy="1115568"/>
          </a:xfrm>
          <a:prstGeom prst="roundRect">
            <a:avLst>
              <a:gd name="adj" fmla="val 655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286000"/>
            <a:ext cx="502920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3225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dvr_results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6151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2642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35024" y="26151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2642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scan_id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304288" y="26151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22576" y="2642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dvr_name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273552" y="26151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2642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ip_port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242816" y="261518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61104" y="2642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nvr_time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" y="29077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29352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total_cams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335024" y="29077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53312" y="29352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ok_count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304288" y="29077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22576" y="29352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74320" y="3493008"/>
            <a:ext cx="5029200" cy="1115568"/>
          </a:xfrm>
          <a:prstGeom prst="roundRect">
            <a:avLst>
              <a:gd name="adj" fmla="val 6557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493008"/>
            <a:ext cx="502920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5295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camera_results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38221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38496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335024" y="38221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53312" y="38496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scan_id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304288" y="38221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22576" y="38496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dvr_id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273552" y="38221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38496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dvr_name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242816" y="38221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61104" y="38496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65760" y="411480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414223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cam_name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335024" y="411480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53312" y="414223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clarity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304288" y="411480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22576" y="414223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recording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273552" y="411480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91840" y="414223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242816" y="411480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70B12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61104" y="414223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snap_rel_path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577840" y="8046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FOLDER STRUCTURE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577840" y="1078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snapshots/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577840" y="14264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2026-04-24/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38160" y="14721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scan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577840" y="17739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AGDVR_1/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577840" y="21214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🖼 Ch01_AJ2_Filing_1.jpg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577840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🖼 Ch02_AJ2_NM_1.jpg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577840" y="28163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NVR-201/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577840" y="31638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🖼 Ch01_Reception_1.jpg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577840" y="35112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2026-04-23/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138160" y="35570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scan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577840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2026-04-22/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138160" y="39044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scans...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— PM2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Always-running server like Node.js apps — never goes down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804672"/>
            <a:ext cx="8595360" cy="694944"/>
          </a:xfrm>
          <a:prstGeom prst="roundRect">
            <a:avLst>
              <a:gd name="adj" fmla="val 1052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93268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932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0976" y="8778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47872" y="89611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896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PM2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0" y="877824"/>
            <a:ext cx="3913632" cy="530352"/>
          </a:xfrm>
          <a:prstGeom prst="roundRect">
            <a:avLst>
              <a:gd name="adj" fmla="val 8621"/>
            </a:avLst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93268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Download from nodejs.org → Install LTS version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572768"/>
            <a:ext cx="8595360" cy="694944"/>
          </a:xfrm>
          <a:prstGeom prst="roundRect">
            <a:avLst>
              <a:gd name="adj" fmla="val 1052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1700784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1700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" y="16459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PM2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47872" y="166420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846320" y="1645920"/>
            <a:ext cx="3913632" cy="530352"/>
          </a:xfrm>
          <a:prstGeom prst="roundRect">
            <a:avLst>
              <a:gd name="adj" fmla="val 8621"/>
            </a:avLst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70078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pm2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pm2-windows-startup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340864"/>
            <a:ext cx="8595360" cy="694944"/>
          </a:xfrm>
          <a:prstGeom prst="roundRect">
            <a:avLst>
              <a:gd name="adj" fmla="val 1052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2468880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976" y="2414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requirements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47872" y="243230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7872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 only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46320" y="2414016"/>
            <a:ext cx="3913632" cy="530352"/>
          </a:xfrm>
          <a:prstGeom prst="roundRect">
            <a:avLst>
              <a:gd name="adj" fmla="val 8621"/>
            </a:avLst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46888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flask requests openpyxl urllib3 pillow opencv-python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108960"/>
            <a:ext cx="8595360" cy="694944"/>
          </a:xfrm>
          <a:prstGeom prst="roundRect">
            <a:avLst>
              <a:gd name="adj" fmla="val 1052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3236976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50976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PM2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47872" y="320040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3200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app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846320" y="3182112"/>
            <a:ext cx="3913632" cy="530352"/>
          </a:xfrm>
          <a:prstGeom prst="roundRect">
            <a:avLst>
              <a:gd name="adj" fmla="val 8621"/>
            </a:avLst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323697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pm2 start ecosystem.config.js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3877056"/>
            <a:ext cx="8595360" cy="694944"/>
          </a:xfrm>
          <a:prstGeom prst="roundRect">
            <a:avLst>
              <a:gd name="adj" fmla="val 10526"/>
            </a:avLst>
          </a:prstGeom>
          <a:solidFill>
            <a:srgbClr val="0D15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" y="4005072"/>
            <a:ext cx="438912" cy="43891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50976" y="3950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auto-start on reboot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547872" y="396849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47872" y="3968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846320" y="3950208"/>
            <a:ext cx="3913632" cy="530352"/>
          </a:xfrm>
          <a:prstGeom prst="roundRect">
            <a:avLst>
              <a:gd name="adj" fmla="val 8621"/>
            </a:avLst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00507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pm2 save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pm2-startup install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663440"/>
            <a:ext cx="85953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6908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Useful: pm2 list  |  pm2 logs cctv-dashboard  |  pm2 restart cctv-dashboard  |  Access: http://localhost:5000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9728"/>
            <a:ext cx="438912" cy="43891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" y="731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320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560320" y="109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Real Numbers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scan statistics from Aura Jewels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 —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910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82296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822960"/>
            <a:ext cx="196596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8961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" y="12070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4320" y="1536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DVRs / NVRs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31720" y="82296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822960"/>
            <a:ext cx="19659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8961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331720" y="12070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331720" y="1536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Checked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82296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822960"/>
            <a:ext cx="19659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8961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89120" y="12070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389120" y="1536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46520" y="82296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822960"/>
            <a:ext cx="19659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8961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46520" y="12070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46520" y="1536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1993392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993392"/>
            <a:ext cx="1965960" cy="36576"/>
          </a:xfrm>
          <a:prstGeom prst="rect">
            <a:avLst/>
          </a:prstGeom>
          <a:solidFill>
            <a:srgbClr val="7EB3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0665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743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74320" y="2706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Duration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31720" y="1993392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1993392"/>
            <a:ext cx="196596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1" name="Text 39"/>
          <p:cNvSpPr/>
          <p:nvPr/>
        </p:nvSpPr>
        <p:spPr>
          <a:xfrm>
            <a:off x="2331720" y="20665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23317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2331720" y="2706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Vision Cams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89120" y="1993392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1993392"/>
            <a:ext cx="196596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0" y="20665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🌫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3891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4389120" y="2706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Cameras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46520" y="1993392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46520" y="1993392"/>
            <a:ext cx="196596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0665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4465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6446520" y="2706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 Errors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3154680"/>
            <a:ext cx="8595360" cy="1691640"/>
          </a:xfrm>
          <a:prstGeom prst="roundRect">
            <a:avLst>
              <a:gd name="adj" fmla="val 5405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2461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TIME SAVINGS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352044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Hours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457200" y="4206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daily check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206240" y="356616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61" name="Shape 59"/>
          <p:cNvSpPr/>
          <p:nvPr/>
        </p:nvSpPr>
        <p:spPr>
          <a:xfrm>
            <a:off x="5029200" y="352044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AFTER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5029200" y="4206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7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8072"/>
          </a:xfrm>
          <a:prstGeom prst="rect">
            <a:avLst/>
          </a:prstGeom>
          <a:solidFill>
            <a:srgbClr val="0D1521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0"/>
            <a:ext cx="45720" cy="514807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📹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8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2560320" cy="2743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4871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Jewels Pvt. Ltd.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http://localhost:5000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Admin  /  🔑 Auracctv#2024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3913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913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69848" y="3913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913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19656" y="3913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9656" y="3913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9464" y="3913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9464" y="3913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19272" y="3913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913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43400" y="6400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343400" y="1115568"/>
            <a:ext cx="4526280" cy="530352"/>
          </a:xfrm>
          <a:prstGeom prst="roundRect">
            <a:avLst>
              <a:gd name="adj" fmla="val 12069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1115568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82896" y="1170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cameras checked automatically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82896" y="1389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5 minutes — was 3–4 hours manually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43400" y="1719072"/>
            <a:ext cx="4526280" cy="530352"/>
          </a:xfrm>
          <a:prstGeom prst="roundRect">
            <a:avLst>
              <a:gd name="adj" fmla="val 12069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1719072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82896" y="1773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6-metric image quality check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2896" y="1993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Brightness, sharpness, blocked lens, night vision, timestamp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2322576"/>
            <a:ext cx="4526280" cy="530352"/>
          </a:xfrm>
          <a:prstGeom prst="roundRect">
            <a:avLst>
              <a:gd name="adj" fmla="val 12069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2322576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⏺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882896" y="2377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3-method recording verification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82896" y="25968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ContentMgmt search, HDD status, Enable flag cascade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43400" y="2926080"/>
            <a:ext cx="4526280" cy="530352"/>
          </a:xfrm>
          <a:prstGeom prst="roundRect">
            <a:avLst>
              <a:gd name="adj" fmla="val 12069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2926080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882896" y="2980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82896" y="32004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status, history, preview, Excel export, login auth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43400" y="3529584"/>
            <a:ext cx="4526280" cy="530352"/>
          </a:xfrm>
          <a:prstGeom prst="roundRect">
            <a:avLst>
              <a:gd name="adj" fmla="val 12069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3529584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882896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SQLite history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82896" y="3803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daily scan stored — trend analysis, export any day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43400" y="4133088"/>
            <a:ext cx="4526280" cy="530352"/>
          </a:xfrm>
          <a:prstGeom prst="roundRect">
            <a:avLst>
              <a:gd name="adj" fmla="val 12069"/>
            </a:avLst>
          </a:prstGeom>
          <a:solidFill>
            <a:srgbClr val="0D1521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4133088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882896" y="4187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production deployment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82896" y="44074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running, auto-restart, starts on Windows boot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CCTV Bot — How It Works</dc:title>
  <dc:subject>PptxGenJS Presentation</dc:subject>
  <dc:creator>Aura Jewels</dc:creator>
  <cp:lastModifiedBy>Aura Jewels</cp:lastModifiedBy>
  <cp:revision>1</cp:revision>
  <dcterms:created xsi:type="dcterms:W3CDTF">2026-04-24T10:51:51Z</dcterms:created>
  <dcterms:modified xsi:type="dcterms:W3CDTF">2026-04-24T10:51:51Z</dcterms:modified>
</cp:coreProperties>
</file>